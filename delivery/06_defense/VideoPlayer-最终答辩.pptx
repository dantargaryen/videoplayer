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af01e98274544" /><Relationship Type="http://schemas.openxmlformats.org/officeDocument/2006/relationships/extended-properties" Target="/docProps/app.xml" Id="Rba0f5b6227af40fb" /><Relationship Type="http://schemas.openxmlformats.org/officeDocument/2006/relationships/officeDocument" Target="/ppt/presentation.xml" Id="R9f7b0938f886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46a3dcadb4dd7"/>
  </p:sldMasterIdLst>
  <p:notesMasterIdLst>
    <p:notesMasterId xmlns:r="http://schemas.openxmlformats.org/officeDocument/2006/relationships" r:id="Rffb057c666364ef4"/>
  </p:notesMasterIdLst>
  <p:sldIdLst>
    <p:sldId xmlns:r="http://schemas.openxmlformats.org/officeDocument/2006/relationships" id="256" r:id="R55008c2dcb114bdc"/>
    <p:sldId xmlns:r="http://schemas.openxmlformats.org/officeDocument/2006/relationships" id="257" r:id="R4b63957718924d23"/>
    <p:sldId xmlns:r="http://schemas.openxmlformats.org/officeDocument/2006/relationships" id="258" r:id="R452494ee40064a3c"/>
    <p:sldId xmlns:r="http://schemas.openxmlformats.org/officeDocument/2006/relationships" id="259" r:id="R02cbd48a3bb64f4f"/>
    <p:sldId xmlns:r="http://schemas.openxmlformats.org/officeDocument/2006/relationships" id="260" r:id="Rbfa2b757cf514b5d"/>
    <p:sldId xmlns:r="http://schemas.openxmlformats.org/officeDocument/2006/relationships" id="261" r:id="Rb81ef87d62954cdd"/>
    <p:sldId xmlns:r="http://schemas.openxmlformats.org/officeDocument/2006/relationships" id="262" r:id="R4ac9ea6d01ff4993"/>
    <p:sldId xmlns:r="http://schemas.openxmlformats.org/officeDocument/2006/relationships" id="263" r:id="R6e0d1d3263264eb7"/>
    <p:sldId xmlns:r="http://schemas.openxmlformats.org/officeDocument/2006/relationships" id="264" r:id="R454d025cd956403f"/>
    <p:sldId xmlns:r="http://schemas.openxmlformats.org/officeDocument/2006/relationships" id="265" r:id="Rb5006003cd7f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c95dfc34a4014" /><Relationship Type="http://schemas.openxmlformats.org/officeDocument/2006/relationships/slideMaster" Target="/ppt/slideMasters/slideMaster1.xml" Id="R25746a3dcadb4dd7" /><Relationship Type="http://schemas.openxmlformats.org/officeDocument/2006/relationships/notesMaster" Target="/ppt/notesMasters/notesMaster1.xml" Id="Rffb057c666364ef4" /><Relationship Type="http://schemas.openxmlformats.org/officeDocument/2006/relationships/presProps" Target="/ppt/presProps.xml" Id="Rad6f3f4eed4944dc" /><Relationship Type="http://schemas.openxmlformats.org/officeDocument/2006/relationships/tableStyles" Target="/ppt/tableStyles.xml" Id="R75997a46f9e74682" /><Relationship Type="http://schemas.openxmlformats.org/officeDocument/2006/relationships/slide" Target="/ppt/slides/slide1.xml" Id="R55008c2dcb114bdc" /><Relationship Type="http://schemas.openxmlformats.org/officeDocument/2006/relationships/slide" Target="/ppt/slides/slide2.xml" Id="R4b63957718924d23" /><Relationship Type="http://schemas.openxmlformats.org/officeDocument/2006/relationships/slide" Target="/ppt/slides/slide3.xml" Id="R452494ee40064a3c" /><Relationship Type="http://schemas.openxmlformats.org/officeDocument/2006/relationships/slide" Target="/ppt/slides/slide4.xml" Id="R02cbd48a3bb64f4f" /><Relationship Type="http://schemas.openxmlformats.org/officeDocument/2006/relationships/slide" Target="/ppt/slides/slide5.xml" Id="Rbfa2b757cf514b5d" /><Relationship Type="http://schemas.openxmlformats.org/officeDocument/2006/relationships/slide" Target="/ppt/slides/slide6.xml" Id="Rb81ef87d62954cdd" /><Relationship Type="http://schemas.openxmlformats.org/officeDocument/2006/relationships/slide" Target="/ppt/slides/slide7.xml" Id="R4ac9ea6d01ff4993" /><Relationship Type="http://schemas.openxmlformats.org/officeDocument/2006/relationships/slide" Target="/ppt/slides/slide8.xml" Id="R6e0d1d3263264eb7" /><Relationship Type="http://schemas.openxmlformats.org/officeDocument/2006/relationships/slide" Target="/ppt/slides/slide9.xml" Id="R454d025cd956403f" /><Relationship Type="http://schemas.openxmlformats.org/officeDocument/2006/relationships/slide" Target="/ppt/slides/slide10.xml" Id="Rb5006003cd7f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f416d2d8e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a2a480d064649" /><Relationship Type="http://schemas.openxmlformats.org/officeDocument/2006/relationships/notesMaster" Target="/ppt/notesMasters/notesMaster1.xml" Id="Rc05951c6b454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4d67be89e483e" /><Relationship Type="http://schemas.openxmlformats.org/officeDocument/2006/relationships/notesMaster" Target="/ppt/notesMasters/notesMaster1.xml" Id="R6199ec013157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8d3a4cd2754aff" /><Relationship Type="http://schemas.openxmlformats.org/officeDocument/2006/relationships/notesMaster" Target="/ppt/notesMasters/notesMaster1.xml" Id="Rf8af094a96f34f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7c49d43d449e2" /><Relationship Type="http://schemas.openxmlformats.org/officeDocument/2006/relationships/notesMaster" Target="/ppt/notesMasters/notesMaster1.xml" Id="R12764c20c1b4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b560162b340c2" /><Relationship Type="http://schemas.openxmlformats.org/officeDocument/2006/relationships/notesMaster" Target="/ppt/notesMasters/notesMaster1.xml" Id="R8cf1526be5d44b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a692703b1b4aef" /><Relationship Type="http://schemas.openxmlformats.org/officeDocument/2006/relationships/notesMaster" Target="/ppt/notesMasters/notesMaster1.xml" Id="Rcf234d9db04f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df3f13aa84d1e" /><Relationship Type="http://schemas.openxmlformats.org/officeDocument/2006/relationships/notesMaster" Target="/ppt/notesMasters/notesMaster1.xml" Id="R1e4c2d44817d47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2df12f7b2464f" /><Relationship Type="http://schemas.openxmlformats.org/officeDocument/2006/relationships/notesMaster" Target="/ppt/notesMasters/notesMaster1.xml" Id="Rf082058e2116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6441f02402436d" /><Relationship Type="http://schemas.openxmlformats.org/officeDocument/2006/relationships/notesMaster" Target="/ppt/notesMasters/notesMaster1.xml" Id="Rea1b30cfeaa948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61550698b54adf" /><Relationship Type="http://schemas.openxmlformats.org/officeDocument/2006/relationships/notesMaster" Target="/ppt/notesMasters/notesMaster1.xml" Id="R983ebf7db56f40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开场：我们展示的不是“拆成几个目录”，而是每个 Gate 都可重跑、可失败、可恢复。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docs/practice-2026/00-progress.md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docs/practice-2026/01-use-case-scope.md</a:t>
            </a:r>
          </a:p>
          <a:p xmlns:a="http://schemas.openxmlformats.org/drawingml/2006/main">
            <a:r>
              <a:t>- docs/practice-2026/03-smoke-checklist.md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docs/practice-2026/08-service-boundaries-and-data-ownership.md</a:t>
            </a:r>
          </a:p>
          <a:p xmlns:a="http://schemas.openxmlformats.org/drawingml/2006/main">
            <a:r>
              <a:t>- deploy/k8s/microservices/services.yaml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test/regression/lib.mjs</a:t>
            </a:r>
          </a:p>
          <a:p xmlns:a="http://schemas.openxmlformats.org/drawingml/2006/main">
            <a:r>
              <a:t>- docs/practice-2026/12-second-stage-todo.md</a:t>
            </a:r>
          </a:p>
          <a:p xmlns:a="http://schemas.openxmlformats.org/drawingml/2006/main">
            <a:r>
              <a:t>- GitHub PR #56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docs/practice-2026/00-progress.md</a:t>
            </a:r>
          </a:p>
          <a:p xmlns:a="http://schemas.openxmlformats.org/drawingml/2006/main">
            <a:r>
              <a:t>- GitHub PRs #48–#57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docs/practice-2026/00-progress.md</a:t>
            </a:r>
          </a:p>
          <a:p xmlns:a="http://schemas.openxmlformats.org/drawingml/2006/main">
            <a:r>
              <a:t>- GitHub Actions runs linked from PRs #48–#57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docs/practice-2026/13-resilience-performance-experiments.md</a:t>
            </a:r>
          </a:p>
          <a:p xmlns:a="http://schemas.openxmlformats.org/drawingml/2006/main">
            <a:r>
              <a:t>- https://github.com/kubernetes-sigs/metrics-server/releases/tag/v0.9.0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docs/practice-2026/13-resilience-performance-experiments.md</a:t>
            </a:r>
          </a:p>
          <a:p xmlns:a="http://schemas.openxmlformats.org/drawingml/2006/main">
            <a:r>
              <a:t>- scripts/fault-experiment-probe.mjs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docs/practice-2026/13-resilience-performance-experiments.md</a:t>
            </a:r>
          </a:p>
          <a:p xmlns:a="http://schemas.openxmlformats.org/drawingml/2006/main">
            <a:r>
              <a:t>- scripts/performance-compare.mjs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结束：按演示脚本切换到系统；若网络或SRS异常，使用本地Kind与录屏清单兜底。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delivery/06_defense/demo-script.md</a:t>
            </a:r>
          </a:p>
          <a:p xmlns:a="http://schemas.openxmlformats.org/drawingml/2006/main">
            <a:r>
              <a:t>- docs/practice-2026/00-progress.md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2cb74c9e141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52e1f51ed2439d" /><Relationship Type="http://schemas.openxmlformats.org/officeDocument/2006/relationships/slideLayout" Target="/ppt/slideLayouts/slideLayout1.xml" Id="Rbff2953bc73a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2953bc73a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6c19848449f8" /><Relationship Type="http://schemas.openxmlformats.org/officeDocument/2006/relationships/notesSlide" Target="/ppt/notesSlides/notesSlide1.xml" Id="Rd4a155d05558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57cc818404997" /><Relationship Type="http://schemas.openxmlformats.org/officeDocument/2006/relationships/notesSlide" Target="/ppt/notesSlides/notesSlide2.xml" Id="R6fc465b4f15c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79495e26b4050" /><Relationship Type="http://schemas.openxmlformats.org/officeDocument/2006/relationships/notesSlide" Target="/ppt/notesSlides/notesSlide3.xml" Id="R717ac6720abf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942ff1fd24b68" /><Relationship Type="http://schemas.openxmlformats.org/officeDocument/2006/relationships/notesSlide" Target="/ppt/notesSlides/notesSlide4.xml" Id="R3f42b2ed7742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dc5782e75417b" /><Relationship Type="http://schemas.openxmlformats.org/officeDocument/2006/relationships/notesSlide" Target="/ppt/notesSlides/notesSlide5.xml" Id="Ra445fc7aaece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5d4e55f7249b3" /><Relationship Type="http://schemas.openxmlformats.org/officeDocument/2006/relationships/notesSlide" Target="/ppt/notesSlides/notesSlide6.xml" Id="Rb09897cb531146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b1022bbd416c" /><Relationship Type="http://schemas.openxmlformats.org/officeDocument/2006/relationships/chart" Target="/ppt/slides/charts/chart1.xml" Id="Re5ae4f58fa904a57" /><Relationship Type="http://schemas.openxmlformats.org/officeDocument/2006/relationships/notesSlide" Target="/ppt/notesSlides/notesSlide7.xml" Id="R6a1929518963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926073831487c" /><Relationship Type="http://schemas.openxmlformats.org/officeDocument/2006/relationships/notesSlide" Target="/ppt/notesSlides/notesSlide8.xml" Id="Ree1f737ef5ec41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e84ed7a624ed3" /><Relationship Type="http://schemas.openxmlformats.org/officeDocument/2006/relationships/chart" Target="/ppt/slides/charts/chart2.xml" Id="Rcb06671175464e05" /><Relationship Type="http://schemas.openxmlformats.org/officeDocument/2006/relationships/notesSlide" Target="/ppt/notesSlides/notesSlide9.xml" Id="Ra9d7a3fa1c884e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dd982b17f449b" /><Relationship Type="http://schemas.openxmlformats.org/officeDocument/2006/relationships/notesSlide" Target="/ppt/notesSlides/notesSlide10.xml" Id="R549849330e974a0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Ready Pods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基线</c:v>
              </c:pt>
              <c:pt idx="1">
                <c:v>发现高负载</c:v>
              </c:pt>
              <c:pt idx="2">
                <c:v>扩容完成</c:v>
              </c:pt>
              <c:pt idx="3">
                <c:v>CPU回落</c:v>
              </c:pt>
              <c:pt idx="4">
                <c:v>缩容完成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1</c:v>
              </c:pt>
              <c:pt idx="2">
                <c:v>3</c:v>
              </c:pt>
              <c:pt idx="3">
                <c:v>3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67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中位 p95 (ms)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单体</c:v>
              </c:pt>
              <c:pt idx="1">
                <c:v>微服务 Gateway</c:v>
              </c:pt>
            </c:strLit>
          </c:cat>
          <c:val>
            <c:numLit>
              <c:formatCode>General</c:formatCode>
              <c:ptCount val="2"/>
              <c:pt idx="0">
                <c:v>9.44</c:v>
              </c:pt>
              <c:pt idx="1">
                <c:v>15.57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F6670"/>
                    </a:solidFill>
                  </a:rPr>
                  <a:t>毫秒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F66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B38C4-783E-45E7-8FBE-09C7FF8B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第 4 组 · 软件工程基础实践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A9A79-3CB6-48A4-B600-282F9C86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观澜视频平台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4664C-C1A3-439A-9847-4492C24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从可运行单体到可验证微服务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CBC7F-CCA1-47D6-A47C-1FA351D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六条业务链路 · 四个业务服务 · 自动化回归 · 弹性与故障恢复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E2063-580D-4A3D-A6EF-3A43DDBD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林明 · 刘钟屹 · 李晓萌 · 张壮志 · 王一涵</a:t>
            </a:r>
          </a:p>
        </p:txBody>
      </p:sp>
    </p:spTree>
    <p:extLst>
      <p:ext uri="{BB962C8B-B14F-4D97-AF65-F5344CB8AC3E}">
        <p14:creationId xmlns:p14="http://schemas.microsoft.com/office/powerpoint/2010/main" val="589606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E0340-B1B5-47D9-976E-F10285F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77C98-4C65-436A-BF7D-0472B35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六条业务链路定义了项目边界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17DC8-B9DB-441A-8FDB-3F7A9DD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98641-58AA-4B75-B3FA-DEB37C19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ADD64-467B-424F-AD91-807734C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C2CAA-6435-4A7F-9E40-C7BCE59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UC01  账户访问与资料维护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UC02  视频发现、播放与观看记录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UC03  投稿、审核、发布与重提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EC59-9E55-4B3A-B4A8-8FA057E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33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互动、直播与治理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9F857-B115-44C9-8948-25B9A8B4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241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UC04  点赞、收藏、评论、弹幕与通知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UC05  直播、兼容帧、账本与录播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UC06  举报、审核、处置与审计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566E2-D247-4F0A-A0A5-46DB5AC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09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验收原则：主流程、异常流程和恢复路径都必须有可观察结果</a:t>
            </a:r>
          </a:p>
        </p:txBody>
      </p:sp>
    </p:spTree>
    <p:extLst>
      <p:ext uri="{BB962C8B-B14F-4D97-AF65-F5344CB8AC3E}">
        <p14:creationId xmlns:p14="http://schemas.microsoft.com/office/powerpoint/2010/main" val="1551012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0AF48-0E89-401B-8019-E5F51AD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2D22F-7353-40C8-A1F5-2D33FBB2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Gateway 统一入口，四个服务各自拥有数据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869F9-9A61-4B71-8118-140A26BD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8B874-A84C-4E54-B96A-10FD77E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8E6F0-4693-4F5F-8258-94B3996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161925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7D025-96AD-4D71-9311-F5BDDA8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0375"/>
            <a:ext cx="16192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BA284-5E85-4F98-83A1-F918837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6192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3A5B9-546D-47E7-8D64-5C0A4599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619250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C19D-AD6A-44B3-963D-C85C37E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09550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EBC0A-D5D0-4300-B62F-38D72846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20955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B6300-6B9F-4655-ACFD-045094B1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95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0D306-235F-477A-8E14-FE54FF6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095500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CB6DD-F749-4D70-B057-BB5DB3C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9521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Web / Admin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客户端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571D5-3D80-4A09-961E-7E97A65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Gateway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认证 · 路由 · 回滚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A7BD4-5234-4429-AD7D-6A6CCEF0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28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identity-community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 / 关系 / 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6C015-D2A3-46A5-AA12-9677EA04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content-media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视频 / 互动 / MinIO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26D5E-09EE-4047-9F45-1402AFA3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live-reward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房间 / Session / 币账本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DEE04-C478-4CE6-8628-85CE588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governance-ai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审核 / 举报 / 补偿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B6164-EF00-4511-AA34-8AB4957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MySQL owner schemas</a:t>
            </a:r>
          </a:p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MinIO · SRS · Metrics</a:t>
            </a:r>
          </a:p>
        </p:txBody>
      </p:sp>
    </p:spTree>
    <p:extLst>
      <p:ext uri="{BB962C8B-B14F-4D97-AF65-F5344CB8AC3E}">
        <p14:creationId xmlns:p14="http://schemas.microsoft.com/office/powerpoint/2010/main" val="1261975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0D420-A34B-4BC4-982B-E34FE6E5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1A4D4-3850-4D79-8FE9-D63351C3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同一套 runner 对单体与微服务各跑六个 UC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54DA8-C996-4A67-B915-43F0B20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AAE70-555D-4FEF-86AB-C1BAB36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F541E-725C-4A2E-9632-A59EB6D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59220-6478-498A-8923-FEEA2ABD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账户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DFDDE-8028-47EE-A874-DD07EEE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F23B7-3F12-42E7-989E-F44DAF6F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投稿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090C9-CB3E-47F6-AC88-EF7DE8A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3755D-2C43-4DCC-8FCF-F8E99405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332DE-C09A-408C-8E2B-6A9BFEB4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DAECE-F9D9-43C9-9FD4-D508572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互动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302C4-451F-4D65-A623-518962E1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D442D-6A8F-4EEF-8759-58A2EC0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直播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AF6D7-5072-40F3-A2AF-50D75D6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002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DA833-1A51-4E5A-9DA5-8E0B4D8A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B854A-E2E7-4E36-B4D5-5B1EBB7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单体 6/6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72143-57BD-467F-AA37-BCAF7CAB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Gateway 6/6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8B4A1-9639-4105-9922-F20298E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每个用例携带公开 endpoint 清单；业务 FAIL 会阻断 CLI</a:t>
            </a:r>
          </a:p>
        </p:txBody>
      </p:sp>
    </p:spTree>
    <p:extLst>
      <p:ext uri="{BB962C8B-B14F-4D97-AF65-F5344CB8AC3E}">
        <p14:creationId xmlns:p14="http://schemas.microsoft.com/office/powerpoint/2010/main" val="6032856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52BE5-A797-4651-976B-20B5035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2177B-5D49-4CD2-9BF6-2AE94E76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三段式收口：基线、切流、证据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36278-3D92-43E7-BF2F-59913D2D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6F72-D1B1-42FC-BF8C-1CA4D98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0DA9D-2EA1-46C1-8F03-2008FC2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704CB-854E-4988-8582-EE687C17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单体基线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95E14-C0E3-47D2-81AB-0F228BA4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UC01–UC06 全部 Smoke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固定 monolith-start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 / Kind 可复现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7423D-00BA-4737-B78A-9B238F4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7C7C8-572E-4028-97E9-5303F55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微服务切流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9924D-8887-4B97-B869-F7527E8D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90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四服务独立 schema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历史迁移双跑校验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Gateway 分阶段 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CD0F7-B4EB-4D83-8BDE-86527CFF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8CF67-F4F7-4FB4-B735-A5493D1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77115-512F-42EB-9AE0-236636B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 12/12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HPA 1→3→1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故障恢复与性能三轮</a:t>
            </a:r>
          </a:p>
        </p:txBody>
      </p:sp>
    </p:spTree>
    <p:extLst>
      <p:ext uri="{BB962C8B-B14F-4D97-AF65-F5344CB8AC3E}">
        <p14:creationId xmlns:p14="http://schemas.microsoft.com/office/powerpoint/2010/main" val="3721950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445CF-49A3-4A58-85A7-568AE36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41BB1-08F8-410E-A77D-345E6852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质量门禁把“能跑”变成可复核证据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F5FC4-0323-48EE-884C-B1968442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D8741-E730-40EE-935A-04D378D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E9C3C-BB55-4070-87B7-B058E42F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283/283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A0CB3-74B6-42B4-90A8-1CA04A0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最终 test:ci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97BDD-73A9-42F8-8794-CCC772FD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526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12/12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B6F37-AD4C-4EF0-94CA-9FB2104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05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双目标 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03EA3-9B08-436A-B289-2E5B68B6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39996-F57E-45A2-B496-7585FF15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05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技术 Gate 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71201-516D-474A-BAAB-4C40E02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526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607F0-2A49-427F-9D23-D372A6A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051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每次远端 jobs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3A58-22A4-427E-B525-FF963E2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90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迁移、Compose、真实浏览器、Kind、回滚、Artifact 与 Owner 自审形成同一条证据链</a:t>
            </a:r>
          </a:p>
        </p:txBody>
      </p:sp>
    </p:spTree>
    <p:extLst>
      <p:ext uri="{BB962C8B-B14F-4D97-AF65-F5344CB8AC3E}">
        <p14:creationId xmlns:p14="http://schemas.microsoft.com/office/powerpoint/2010/main" val="1676281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B2F62-AE96-4E6A-AC13-3D4D098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04CB2-9EE6-484F-AFA7-A3EE6E9D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真实 HPA：21 秒扩到 3，撤压后 30 秒回到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84A9-D488-4528-88F4-651670EB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D561B-633E-41CD-A43B-6CD7985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76250" y="16192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ae4f58fa904a5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E910-5C24-4DB4-BE12-B37AB8FC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30076-6A5A-45F1-8FE8-07C43FC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扩容时 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A8B83-3C08-4C6C-8F34-3037668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5238E-7BA3-426F-8B93-0B83180D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缩容前 CPU</a:t>
            </a:r>
          </a:p>
        </p:txBody>
      </p:sp>
    </p:spTree>
    <p:extLst>
      <p:ext uri="{BB962C8B-B14F-4D97-AF65-F5344CB8AC3E}">
        <p14:creationId xmlns:p14="http://schemas.microsoft.com/office/powerpoint/2010/main" val="29718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D4369-686D-4091-A2A3-680786F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F071B-A214-4349-A227-DBC4529F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依赖故障可解释，恢复后业务重新成功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B2BD1-1722-41DB-A96C-7C371734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8D6EA-D05E-4EA0-87B8-3AA5009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3A047-28BA-4FEF-B3D3-B94C292D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79681-21A4-4468-970B-D7F806A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DC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故障</a:t>
            </a:r>
          </a:p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ready 503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E7E35-29D8-456B-BB13-96BC936B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2E5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恢复</a:t>
            </a:r>
          </a:p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启动后 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2402E-7F58-4401-A53D-7B9A1A5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0D5CF-0AD7-4C53-8271-65CD937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DC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故障</a:t>
            </a:r>
          </a:p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start 503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9551B-CCA9-42F1-AEE5-1DB3F46E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2E5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恢复</a:t>
            </a:r>
          </a:p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同一房间 200 / ENDED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677F8-CF68-447B-B380-07DA9E2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0FAA4-FB2B-4A6E-A4AD-1AED48C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DC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故障</a:t>
            </a:r>
          </a:p>
          <a:p xmlns:a="http://schemas.openxmlformats.org/drawingml/2006/main">
            <a:pPr algn="ctr">
              <a:def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9485F"/>
                </a:solidFill>
                <a:latin typeface="Helvetica Neue"/>
                <a:ea typeface="Helvetica Neue"/>
                <a:cs typeface="Helvetica Neue"/>
              </a:rPr>
              <a:t>upload 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79DBC-AC86-4777-B1FC-898B246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2E5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恢复</a:t>
            </a:r>
          </a:p>
          <a:p xmlns:a="http://schemas.openxmlformats.org/drawingml/2006/main">
            <a:pPr algn="ctr">
              <a:def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9E69"/>
                </a:solidFill>
                <a:latin typeface="Helvetica Neue"/>
                <a:ea typeface="Helvetica Neue"/>
                <a:cs typeface="Helvetica Neue"/>
              </a:rPr>
              <a:t>恢复后 upload 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2C343-1402-4C5D-82CF-91F9E723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每次故障中，其他业务服务与 Gateway readiness 均保持 200</a:t>
            </a:r>
          </a:p>
        </p:txBody>
      </p:sp>
    </p:spTree>
    <p:extLst>
      <p:ext uri="{BB962C8B-B14F-4D97-AF65-F5344CB8AC3E}">
        <p14:creationId xmlns:p14="http://schemas.microsoft.com/office/powerpoint/2010/main" val="19925637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7376E-D19B-46E6-A055-4737E4A0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F3294-BD68-4ADF-9531-6AE621C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微服务有可测开销，但仍保持低延迟和零错误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9B737-A657-4A93-8286-8576573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9DD97-0EB2-4DCE-A22D-7966B224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06671175464e0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48AA9-2C38-44E7-9422-56D1DFA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2334.84 RPS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E002B-BC14-4024-9A82-752F435A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单体中位吞吐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78DA1-DB3C-41E9-B54C-8ADB236E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42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1435.25 RPS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847E3-B8D7-4A4D-8854-D509299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Gateway 中位吞吐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19254-53C2-44C4-9905-C4B9063E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3轮 × 240请求 × 2目标 · 并发16 · 1440/1440 HTTP 200</a:t>
            </a:r>
          </a:p>
        </p:txBody>
      </p:sp>
    </p:spTree>
    <p:extLst>
      <p:ext uri="{BB962C8B-B14F-4D97-AF65-F5344CB8AC3E}">
        <p14:creationId xmlns:p14="http://schemas.microsoft.com/office/powerpoint/2010/main" val="4734238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147EB-EC69-4414-A5F9-A37A8D4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观澜视频平台 · 最终答辩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9D57-5EDC-4B08-A403-7F7D59A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演示路线：先业务，再工程证据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00DE9-7FA1-4B2D-B1D1-8518F21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2AA53-86FD-430A-8C6C-BBE83AC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330DA-564A-4F67-82DF-FA3A357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85EFE-D9E8-4469-998F-99EFF8D5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 / 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4E8A9-F2EC-4BBD-80D2-B4FEC18C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A56A9-3AB9-4CB5-9B25-557A5AE2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62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投稿 / 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86853-AABF-4CC1-903B-4D390E7A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E83BC-239C-4CC1-B797-42417D0C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互动 / 通知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52EAC-E8A7-4643-8BFC-A732B289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72852-E820-48C7-938E-B42C101F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直播 / 录播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459A9-CF65-4CD2-BD26-CCA802CF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33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70996-8A06-4243-9579-E7FBCE3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举报 / 处置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1B27B-C3CE-41D7-B8CA-BA06382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72CAF-9A99-4F2D-A776-F66D48D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 / HPA / 回滚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13728-63D7-4B20-9D2C-2838E8C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990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最终交付不是一张“成功截图”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而是一套可运行、可回归、可部署、可恢复的证据链</a:t>
            </a:r>
          </a:p>
        </p:txBody>
      </p:sp>
    </p:spTree>
    <p:extLst>
      <p:ext uri="{BB962C8B-B14F-4D97-AF65-F5344CB8AC3E}">
        <p14:creationId xmlns:p14="http://schemas.microsoft.com/office/powerpoint/2010/main" val="119242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2026-08-31T08:03:18.7480000Z</dcterms:created>
  <dcterms:modified xsi:type="dcterms:W3CDTF">2026-08-31T08:03:18.7480000Z</dcterms:modified>
</coreProperties>
</file>